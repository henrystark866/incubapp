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74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IncubApp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fidelización y expansión SaaS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días de uso continuo · Bono ≥95 % · Clientes y empresas hermanas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9377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Antioqueña de Incubación SAS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de julio de 2026 · v3.0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Henry Camilo Taborda Galeano — Desarrollador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0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Operar 90 días en planta real con IncubApp genera el respaldo para vender infraestructura administrada a clientes y empresas hermanas.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FBF3E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971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100 %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35661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rol reporta su labor en la app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274320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FBF3E7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2971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días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0" y="35661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Racha continua = madurez del servicio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274320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FBF3E7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971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95 %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55080" y="35661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Elegible a bono de cumplimiento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98280" y="274320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FBF3E7"/>
          </a:solidFill>
          <a:ln/>
        </p:spPr>
      </p:sp>
      <p:sp>
        <p:nvSpPr>
          <p:cNvPr id="15" name="Text 13"/>
          <p:cNvSpPr/>
          <p:nvPr/>
        </p:nvSpPr>
        <p:spPr>
          <a:xfrm>
            <a:off x="9235440" y="2971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235440" y="35661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Ingresos a clientes/hermanas financian el bono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del bono de cumplimiento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10698480" cy="4572000"/>
        </p:xfrm>
        <a:graphic>
          <a:graphicData uri="http://schemas.openxmlformats.org/drawingml/2006/table">
            <a:tbl>
              <a:tblPr/>
              <a:tblGrid>
                <a:gridCol w="4114800"/>
                <a:gridCol w="6583680"/>
              </a:tblGrid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026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Condición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7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3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026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7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3E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6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continuo SaaS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7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6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90 días (racha diaria)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7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6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Cumplimiento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7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6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95 % esperado vs reportado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7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6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Turno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7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6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Selfie ingreso/salida + marca de agua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7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6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Turneros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7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6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Mín. 6 rondas por turno (coord. ajusta)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7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6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Fondo del bono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7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26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nómina de planta → ingresos SaaS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7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Maduración 90 días = respaldo comercial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FBF3E7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Adopción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33832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Asistencia, rondas, roles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FBF3E7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31–60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2044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Estabilización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20440" y="33832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+ bandeja gerencial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FBF3E7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4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61–90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4652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Madurez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33832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verificables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235440" y="182880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E0740A"/>
          </a:solidFill>
          <a:ln/>
        </p:spPr>
      </p:sp>
      <p:sp>
        <p:nvSpPr>
          <p:cNvPr id="17" name="Text 15"/>
          <p:cNvSpPr/>
          <p:nvPr/>
        </p:nvSpPr>
        <p:spPr>
          <a:xfrm>
            <a:off x="937260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372600" y="2743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Expansión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72600" y="33832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a clientes y hermanas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virtuoso de expansión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Uso real 90 días en empresa ancla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0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Evidencia y producto maduro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0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Clientes y hermanas contratan SaaS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0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Ingresos de infraestructura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0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Bolsa de bonos por cumplimiento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26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Más uso 100 % → mejor producto → más captación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Elevator pitch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698480" cy="4114800"/>
          </a:xfrm>
          <a:prstGeom prst="roundRect">
            <a:avLst>
              <a:gd name="adj" fmla="val 2667"/>
            </a:avLst>
          </a:prstGeom>
          <a:solidFill>
            <a:srgbClr val="FBF3E7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828800"/>
            <a:ext cx="9966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vendemos un software vacío: lo operamos 90+ días en planta real con asistencia selfie, rondas, OT, gerencia y cumplimiento medible. Usted recibe la misma infraestructura administrada (app + base de datos), y su personal puede sumarse a un plan de bonos por cumplimiento financiado por la red SaaS, no por su nómina.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IncubApp lista para madurar 90 días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expandirse como SaaS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Henry Camilo Taborda Galeano — Desarrollador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de julio de 2026 · v3.0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IncubApp — Plan fidelización y expansión</dc:title>
  <dc:subject>PptxGenJS Presentation</dc:subject>
  <dc:creator>Henry Camilo Taborda Galeano — Desarrollador</dc:creator>
  <cp:lastModifiedBy>Henry Camilo Taborda Galeano — Desarrollador</cp:lastModifiedBy>
  <cp:revision>1</cp:revision>
  <dcterms:created xsi:type="dcterms:W3CDTF">2026-07-09T07:05:54Z</dcterms:created>
  <dcterms:modified xsi:type="dcterms:W3CDTF">2026-07-09T07:05:54Z</dcterms:modified>
</cp:coreProperties>
</file>