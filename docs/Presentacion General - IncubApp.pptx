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IncubApp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Incubación avanzada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Antioqueña de Incubación SAS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julio de 2026 · Versión 3.0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Camilo Taborda Galeano — Desarrollador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IncubApp?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210312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con foto, OT, supervisión, monitoreo en vivo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188720"/>
            <a:ext cx="137160" cy="210312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 → recepción → frío → cargue → nacimiento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66160"/>
            <a:ext cx="137160" cy="210312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480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rol ve solo su módulo; accesos temporales controlados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566160"/>
            <a:ext cx="137160" cy="210312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+ fidelización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 verificada, cumplimiento 90d/95%, expansión SaaS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herméticos (no «silos»)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Principio: </a:t>
            </a:r>
            <a:pPr indent="0" marL="0">
              <a:buNone/>
            </a:pPr>
            <a:r>
              <a:rPr lang="en-US" sz="15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perfil opera su módulo. El gerente no ve la operación del coordinador de planta (ni al revés) salvo acceso temporal aprobado. Solo el admin de plataforma ve todo.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/ coordinación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2860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0740A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 / levantes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22860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+ informes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0740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3566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3566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0740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Sanidad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48463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0740A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 / Ambiental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48463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A2332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&amp; Asistencia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incorporado (9 de julio de 2026)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entre módulos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1612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+ aprobación temporal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BF3E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/ OC / facturas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1965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por responsable → gerencia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78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de gerencia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4780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Bandeja, scorecard, metas, Asesor 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BF3E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36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IE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1363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proxy, Pareto, 5S, Gemba, 5 porqués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Ingreso/salida con foto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BF3E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53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inteligentes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44531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a planta; documentos a gerencia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001768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114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Desarrollador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511149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del perfil owner en la UI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660136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BF3E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7698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no bloqueante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576986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abre aunque se deniegue ubicación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usa qué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233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Operario / auxiliar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Ronda, asistencia, chat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 / coord. planta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IE, OT, monitoreo, recepción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 granja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Levantes, granjas, sanidad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Cockpit, informes verificados, OC/facturas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Ventas / logística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Pedidos, remisiones, flota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plataforma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Multi-empresa (omnisciente)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Desarrollador (owner org)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Titularidad de producto; UI de diseño si aplica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operar en serio mañana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y storage de fotos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Pro + dominio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comercial y URL propia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103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privado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Versionado y rollback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Migraciones 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de módulos, reportes, asistencia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6576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por rol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Usuario v2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1248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Dotación de campo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Celulares y conectividad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Fidelización 90 días · Expansión SaaS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90 días de uso continuo real, IncubApp tiene respaldo medible para captar clientes y empresas hermanas. El bono ≥95 % se financia con ingresos SaaS, no con nómina de la planta.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100 %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reportan labor en la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840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 continua = servicio maduro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95 %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840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Elegible a bono de cumplimiento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22860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0" y="3840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Clientes/hermanas financian la bolsa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IncubApp: 90 días de uso real,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luego expansión SaaS con respaldo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en /docs (Plan de fidelización, avance de producto, manuales)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en /src · Propiedad intelectual del desarrollador · Licencia a la empresa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Camilo Taborda Galeano — Desarrollador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IncubApp — Presentación General</dc:title>
  <dc:subject>PptxGenJS Presentation</dc:subject>
  <dc:creator>Henry Camilo Taborda Galeano — Desarrollador</dc:creator>
  <cp:lastModifiedBy>Henry Camilo Taborda Galeano — Desarrollador</cp:lastModifiedBy>
  <cp:revision>1</cp:revision>
  <dcterms:created xsi:type="dcterms:W3CDTF">2026-07-09T07:08:05Z</dcterms:created>
  <dcterms:modified xsi:type="dcterms:W3CDTF">2026-07-09T07:08:05Z</dcterms:modified>
</cp:coreProperties>
</file>